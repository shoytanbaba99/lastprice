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34293a99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34293a99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e34293a999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3e34293a999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34293a999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e34293a999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34293a999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e34293a999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e34293a999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e34293a999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34293a999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e34293a999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e34293a999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e34293a999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e34293a999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e34293a999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e34293a999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e34293a999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34293a999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e34293a999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e34293a999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e34293a999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e34293a999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e34293a999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e34293a999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e34293a999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e34293a999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e34293a999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e34293a999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e34293a999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e34293a999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e34293a999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e34293a999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e34293a999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e34293a999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e34293a999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e34293a999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e34293a999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e34293a999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e34293a999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Relationship Id="rId4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6" title="1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89000" y="152400"/>
            <a:ext cx="6443500" cy="4838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6" title="1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7925" y="152400"/>
            <a:ext cx="4051274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7" title="1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71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7" title="1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0"/>
            <a:ext cx="4533976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8" title="1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033501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8" title="1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88875" y="0"/>
            <a:ext cx="51551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